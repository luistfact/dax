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9" r:id="rId8"/>
    <p:sldId id="270" r:id="rId9"/>
    <p:sldId id="27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0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ZonaAzul estima, minuto a minuto, la probabilidad de que un escuadrón de PUBG termine entre los mejores de su partida, y le dice al jugador en qué momento se decidió y qué habría podido cambiar.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jugador que quiere mejorar tiene dos opciones y ninguna sirve. Entre ambos extremos no hay nada: ese es el hueco que ocupa ZonaAzul.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no es dar más datos, sino hacer lo que haría un entrenador: revisar la partida, señalar el momento decisivo y decir qué cambiar.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accionables. La estrategia original incluía decir cuándo rotar hacia la zona; los datos lo desmintieron y se reemplazó por llegar con el escuadrón completo y sano.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viene de la API oficial: 150 partidas, más de un millón de registros de posición. El corpus quedó fijo en Parquet para que el análisis sea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Partí de una hipótesis razonable, la medí y los datos la desmintieron. La distancia al círculo acierta como una moneda en el cierre final. Reformulé el proyecto con esa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en Vercel y FastAPI en Render. El catálogo está precalculado y funciona aunque el servidor caiga. El análisis en vivo usa la red densa porque TensorFlow no cabe en 512 megas.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conclusiones y los límites reconocidos. La línea más prometedora es el equipamiento: un equipo sano pero mal armado no está en la misma situación que uno bien equipado.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La aplicación y el repositorio están abiertos.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9160" y="228600"/>
            <a:ext cx="4434840" cy="443484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120640" y="4736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KRAFTON, Inc., vía pubg/api-assets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MÓDULO V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ZONAAZUL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entrenador personal de battle royale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04011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minuto se decidió tu partida?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6611" y="3435531"/>
            <a:ext cx="548640" cy="0"/>
          </a:xfrm>
          <a:prstGeom prst="line">
            <a:avLst/>
          </a:prstGeom>
          <a:noFill/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 txBox="1"/>
          <p:nvPr/>
        </p:nvSpPr>
        <p:spPr>
          <a:xfrm>
            <a:off x="640080" y="3566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Noé Torres Ferrer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886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Ciencia de Datos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Educación Continua · FES Acatlán, UNAM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que perdiste no te enseña nada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transmisión deportiva muestra en todo momento la probabilidad de victoria. En los videojuegos competitivos eso no existe, aunque cada partida lo registra todo.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31520" y="2395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existe hoy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Bajas, daño, K/D: describen qué pasó.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731520" y="3310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se decidió la partida, y por qué.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58064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</a:t>
            </a:r>
            <a:r>
              <a:rPr lang="en-US" sz="1250" b="1" dirty="0" err="1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</a:t>
            </a:r>
            <a:r>
              <a:rPr lang="en-US" sz="125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jugador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002536"/>
            <a:ext cx="182880" cy="182880"/>
          </a:xfrm>
          <a:prstGeom prst="ellipse">
            <a:avLst/>
          </a:prstGeom>
          <a:solidFill>
            <a:srgbClr val="0C0F0E">
              <a:alpha val="0"/>
            </a:srgbClr>
          </a:solidFill>
          <a:ln w="19050">
            <a:solidFill>
              <a:srgbClr val="9BA79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108192" y="19659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repetición completa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 lo mismo que la partida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688336"/>
            <a:ext cx="182880" cy="182880"/>
          </a:xfrm>
          <a:prstGeom prst="ellipse">
            <a:avLst/>
          </a:prstGeom>
          <a:solidFill>
            <a:srgbClr val="0C0F0E">
              <a:alpha val="0"/>
            </a:srgbClr>
          </a:solidFill>
          <a:ln w="19050">
            <a:solidFill>
              <a:srgbClr val="9BA79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108192" y="26517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un entrenador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08192" y="2907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 al alto rendimiento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7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ambos extremos no hay nada.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existe: el juego registra cada posición, cada disparo y cada cierre de zona. Nadie lo interpreta para el jugador.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entrenador automático de partidas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31520" y="1536192"/>
            <a:ext cx="402336" cy="40233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31520" y="160934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Reconstruye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partida minuto a minuto desde la telemetría oficial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520440" y="1536192"/>
            <a:ext cx="402336" cy="40233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3520440" y="160934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posibilidades de llegar al top 25 % en cada momento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309360" y="1536192"/>
            <a:ext cx="402336" cy="40233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F752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309360" y="160934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minuto se decidió y qué habría cambiado el resultado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4005072" cy="1234440"/>
          </a:xfrm>
          <a:prstGeom prst="roundRect">
            <a:avLst>
              <a:gd name="adj" fmla="val 592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73152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PRINCIPAL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29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intermedio que quiere mejorar y no tiene quién lo revise.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36008" y="3017520"/>
            <a:ext cx="4005072" cy="1234440"/>
          </a:xfrm>
          <a:prstGeom prst="roundRect">
            <a:avLst>
              <a:gd name="adj" fmla="val 592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4864608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SECUNDARIO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429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Creadores de contenido que necesitan un dato duro para narrar una partida.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de tus partidas: revisa lo que ya jugaste para saber qué mejorar en la siguiente.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· ACCIONABLES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preguntas de entrenador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005072" cy="1298448"/>
          </a:xfrm>
          <a:prstGeom prst="roundRect">
            <a:avLst>
              <a:gd name="adj" fmla="val 5634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F75247"/>
          </a:solidFill>
          <a:ln w="12700">
            <a:solidFill>
              <a:srgbClr val="F752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100584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se decidió?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47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minuto en que más cayeron tus posibilidades, y qué pasó en él.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36008" y="1325880"/>
            <a:ext cx="4005072" cy="1298448"/>
          </a:xfrm>
          <a:prstGeom prst="roundRect">
            <a:avLst>
              <a:gd name="adj" fmla="val 5634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864608" y="1600200"/>
            <a:ext cx="146304" cy="146304"/>
          </a:xfrm>
          <a:prstGeom prst="ellipse">
            <a:avLst/>
          </a:prstGeom>
          <a:solidFill>
            <a:srgbClr val="4594F7"/>
          </a:solidFill>
          <a:ln w="127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5138928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hicieron distinto los que llegaron?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1947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salud y tus compañeros en pie, contra los equipos del top.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4005072" cy="1298448"/>
          </a:xfrm>
          <a:prstGeom prst="roundRect">
            <a:avLst>
              <a:gd name="adj" fmla="val 5634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me enfoco?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107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«¿Y si…?»: qué habría pesado más, recalculado por el análisis.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6008" y="2788920"/>
            <a:ext cx="4005072" cy="1298448"/>
          </a:xfrm>
          <a:prstGeom prst="roundRect">
            <a:avLst>
              <a:gd name="adj" fmla="val 5634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864608" y="3063240"/>
            <a:ext cx="146304" cy="146304"/>
          </a:xfrm>
          <a:prstGeom prst="ellipse">
            <a:avLst/>
          </a:prstGeom>
          <a:solidFill>
            <a:srgbClr val="AF62C1"/>
          </a:solidFill>
          <a:ln w="12700">
            <a:solidFill>
              <a:srgbClr val="AF62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5138928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juego yo?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4107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estilo de juego y cómo le va a quienes juegan igual.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pantalla de la aplicación responde una de estas preguntas.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sale de la interfaz oficial de PUBG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704088" y="1444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 de Erangel, modo escuadra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32588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2779776" y="1444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79776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posición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132588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4855464" y="1444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46,886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minuto a minuto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9984" y="132588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931152" y="1444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3,931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escuadrones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325880"/>
            <a:ext cx="146304" cy="0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502920" y="1325880"/>
            <a:ext cx="0" cy="146304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522208" y="1325880"/>
            <a:ext cx="146304" cy="0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8668512" y="1325880"/>
            <a:ext cx="0" cy="146304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146304" cy="0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02920" y="2322576"/>
            <a:ext cx="0" cy="146304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8522208" y="2468880"/>
            <a:ext cx="146304" cy="0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8668512" y="2322576"/>
            <a:ext cx="0" cy="146304"/>
          </a:xfrm>
          <a:prstGeom prst="line">
            <a:avLst/>
          </a:prstGeom>
          <a:noFill/>
          <a:ln w="15875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02920" y="2697480"/>
            <a:ext cx="4005072" cy="603504"/>
          </a:xfrm>
          <a:prstGeom prst="roundRect">
            <a:avLst>
              <a:gd name="adj" fmla="val 12121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704088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/samples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3026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masiva de partidas para entrenar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36008" y="2697480"/>
            <a:ext cx="4005072" cy="603504"/>
          </a:xfrm>
          <a:prstGeom prst="roundRect">
            <a:avLst>
              <a:gd name="adj" fmla="val 12121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4837176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/matches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37176" y="3026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y posición final: la respuesta correcta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10712"/>
            <a:ext cx="4005072" cy="603504"/>
          </a:xfrm>
          <a:prstGeom prst="roundRect">
            <a:avLst>
              <a:gd name="adj" fmla="val 12121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704088" y="3502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" y="3739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cada evento: de ahí salen las variables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36008" y="3410712"/>
            <a:ext cx="4005072" cy="603504"/>
          </a:xfrm>
          <a:prstGeom prst="roundRect">
            <a:avLst>
              <a:gd name="adj" fmla="val 12121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 txBox="1"/>
          <p:nvPr/>
        </p:nvSpPr>
        <p:spPr>
          <a:xfrm>
            <a:off x="4837176" y="3502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/players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37176" y="3739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partida de cualquier jugador, en vivo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270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gratuita. Las partidas y su telemetría no consumen cuota, por eso es viable descargar cientos.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hipótesis inicial no se sostuvo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05072" cy="1097280"/>
          </a:xfrm>
          <a:prstGeom prst="roundRect">
            <a:avLst>
              <a:gd name="adj" fmla="val 6667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7315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ESPERÁBAMOS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estar bien posicionado respecto de la zona decidiera la partida.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36008" y="1298448"/>
            <a:ext cx="4005072" cy="1097280"/>
          </a:xfrm>
          <a:prstGeom prst="roundRect">
            <a:avLst>
              <a:gd name="adj" fmla="val 6667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864608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MIDIERON LOS DATOS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casi no pesa. Lo que decide es llegar con el escuadrón sano y completo.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78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comparaciones entre un equipo que llegó al top y uno que no, cuántas acierta cada variable por sí sola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704088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0906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del equipo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3493008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59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0906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en pie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926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281928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0906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círculo, en el cierre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de cada 100 es lo que acertaría cualquiera adivinando. Los escenarios del análisis lo confirmaron por otro camino: «rotar antes» no producía recomendaciones coherentes y se retiró.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flujos para dos necesidades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DE CASOS · precalculado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731520" y="17647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PUBG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97480" y="171907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2697480" y="17647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171907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4663440" y="17647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JSON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171907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629400" y="17647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Vercel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731520" y="2862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TU PARTIDA · en vivo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63824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731520" y="32095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usuario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319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97480" y="3163824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2697480" y="32095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3319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3163824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4663440" y="32095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319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29400" y="3163824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6629400" y="32095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mapa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cae, los casos siguen funcionando. Botsito consulta solo herramientas sobre los datos, y cada cifra se verifica antes de mostrarse.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proyecto demuestra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219456" cy="21945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32688" y="12984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anticipable, y lo es cada vez más conforme avanza la partida.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92808"/>
            <a:ext cx="219456" cy="21945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932688" y="18470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y los compañeros en pie pesan más que la posición: la hipótesis inicial se corrigió con evidencia.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219456" cy="21945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932688" y="23957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estilos de juego estables, y dos estrategias opuestas llegan al mismo resultado.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219456" cy="219456"/>
          </a:xfrm>
          <a:prstGeom prst="ellipse">
            <a:avLst/>
          </a:prstGeom>
          <a:solidFill>
            <a:srgbClr val="0C0F0E">
              <a:alpha val="0"/>
            </a:srgbClr>
          </a:solidFill>
          <a:ln w="25400">
            <a:solidFill>
              <a:srgbClr val="4594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932688" y="29443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probabilidades que ve el jugador están calibradas: significan lo que dicen.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4005072" cy="1097280"/>
          </a:xfrm>
          <a:prstGeom prst="roundRect">
            <a:avLst>
              <a:gd name="adj" fmla="val 6667"/>
            </a:avLst>
          </a:prstGeom>
          <a:solidFill>
            <a:srgbClr val="151A18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731520" y="3721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867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y una modalidad · quince minutos de horizonte · corpus de una ventana de tiempo estrecha.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6008" y="3611880"/>
            <a:ext cx="4005072" cy="1097280"/>
          </a:xfrm>
          <a:prstGeom prst="roundRect">
            <a:avLst>
              <a:gd name="adj" fmla="val 6667"/>
            </a:avLst>
          </a:prstGeom>
          <a:solidFill>
            <a:srgbClr val="1D2422"/>
          </a:solidFill>
          <a:ln w="12700">
            <a:solidFill>
              <a:srgbClr val="2A34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4864608" y="3721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9867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equipamiento: la telemetría permite reconstruir el inventario. Ahí podría estar el techo del análisis.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59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dax-theta.vercel.app  ·  github.com/luistfact/DAX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E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independiente. No afiliado a KRAFTON ni a PUBG. PUBG, PLAYERUNKNOWN'S BATTLEGROUNDS y sus logotipos son marcas de PUBG Corporation o sus afiliadas.</a:t>
            </a:r>
            <a:endParaRPr lang="en-US" sz="850" dirty="0"/>
          </a:p>
        </p:txBody>
      </p:sp>
      <p:pic>
        <p:nvPicPr>
          <p:cNvPr id="9" name="Media 0">
            <a:hlinkClick r:id="" action="ppaction://media"/>
            <a:extLst>
              <a:ext uri="{FF2B5EF4-FFF2-40B4-BE49-F238E27FC236}">
                <a16:creationId xmlns:a16="http://schemas.microsoft.com/office/drawing/2014/main" id="{05A6FE4B-E624-CD84-5DC9-441E383E41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02824" y="107769"/>
            <a:ext cx="3138351" cy="3138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1074</Words>
  <Application>Microsoft Office PowerPoint</Application>
  <PresentationFormat>Presentación en pantalla (16:9)</PresentationFormat>
  <Paragraphs>137</Paragraphs>
  <Slides>9</Slides>
  <Notes>9</Notes>
  <HiddenSlides>2</HiddenSlides>
  <MMClips>2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Noe Torres Ferrer</cp:lastModifiedBy>
  <cp:revision>2</cp:revision>
  <dcterms:created xsi:type="dcterms:W3CDTF">2026-10-04T17:01:47Z</dcterms:created>
  <dcterms:modified xsi:type="dcterms:W3CDTF">2026-10-05T01:28:13Z</dcterms:modified>
</cp:coreProperties>
</file>